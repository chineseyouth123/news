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6840" y="273960"/>
            <a:ext cx="8226360" cy="11401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sp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6840" y="1599840"/>
            <a:ext cx="8226360" cy="45226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p>
            <a:pPr marL="343080" indent="-343080" algn="l">
              <a:spcBef>
                <a:spcPts val="814"/>
              </a:spcBef>
              <a:spcAft>
                <a:spcPts val="1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9AC1F6-A66F-4748-BA74-8429B2A22D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6840" y="273960"/>
            <a:ext cx="8226360" cy="11401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sp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456840" y="1599840"/>
            <a:ext cx="8226360" cy="452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marL="343080" indent="-343080" algn="ctr">
              <a:spcBef>
                <a:spcPts val="814"/>
              </a:spcBef>
              <a:spcAft>
                <a:spcPts val="1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B39479-995A-429E-A210-5F49F5989D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6840" y="273960"/>
            <a:ext cx="8226360" cy="11401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6840" y="1599840"/>
            <a:ext cx="8226360" cy="45226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3080" indent="-343080" algn="l">
              <a:spcBef>
                <a:spcPts val="814"/>
              </a:spcBef>
              <a:spcAft>
                <a:spcPts val="11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marL="343080" lvl="1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marL="343080" lvl="2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marL="343080" lvl="3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marL="343080" lvl="4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marL="343080" lvl="5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marL="343080" lvl="6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343080" indent="-343080" algn="l">
              <a:spcBef>
                <a:spcPts val="814"/>
              </a:spcBef>
              <a:spcAft>
                <a:spcPts val="11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lvl="1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lvl="2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lvl="3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lvl="4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lvl="5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lvl="6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0120" cy="473040"/>
          </a:xfrm>
          <a:prstGeom prst="rect">
            <a:avLst/>
          </a:prstGeom>
          <a:noFill/>
          <a:ln w="38160">
            <a:noFill/>
          </a:ln>
        </p:spPr>
        <p:txBody>
          <a:bodyPr lIns="90000" tIns="46800" rIns="90000" bIns="46800" anchor="t">
            <a:noAutofit/>
          </a:bodyPr>
          <a:lstStyle>
            <a:lvl1pPr indent="0" algn="l"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447840" algn="l"/>
                <a:tab pos="898560" algn="l"/>
                <a:tab pos="13460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  <a:def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447840" algn="l"/>
                <a:tab pos="898560" algn="l"/>
                <a:tab pos="13460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2240" cy="473040"/>
          </a:xfrm>
          <a:prstGeom prst="rect">
            <a:avLst/>
          </a:prstGeom>
          <a:noFill/>
          <a:ln w="38160">
            <a:noFill/>
          </a:ln>
        </p:spPr>
        <p:txBody>
          <a:bodyPr lIns="90000" tIns="46800" rIns="90000" bIns="46800" anchor="t">
            <a:noAutofit/>
          </a:bodyPr>
          <a:lstStyle>
            <a:lvl1pPr indent="0" algn="ctr"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447840" algn="l"/>
                <a:tab pos="898560" algn="l"/>
                <a:tab pos="1346040" algn="l"/>
                <a:tab pos="1797120" algn="l"/>
                <a:tab pos="22446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  <a:def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447840" algn="l"/>
                <a:tab pos="898560" algn="l"/>
                <a:tab pos="1346040" algn="l"/>
                <a:tab pos="1797120" algn="l"/>
                <a:tab pos="22446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244920"/>
            <a:ext cx="2130480" cy="473040"/>
          </a:xfrm>
          <a:prstGeom prst="rect">
            <a:avLst/>
          </a:prstGeom>
          <a:noFill/>
          <a:ln w="38160">
            <a:noFill/>
          </a:ln>
        </p:spPr>
        <p:txBody>
          <a:bodyPr lIns="90000" tIns="46800" rIns="90000" bIns="46800" anchor="t">
            <a:noAutofit/>
          </a:bodyPr>
          <a:lstStyle>
            <a:lvl1pPr indent="0" algn="r"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447840" algn="l"/>
                <a:tab pos="898560" algn="l"/>
                <a:tab pos="13460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  <a:def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447840" algn="l"/>
                <a:tab pos="898560" algn="l"/>
                <a:tab pos="13460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fld id="{987A6462-DB32-478E-B684-C4ED594CBB9C}" type="slidenum"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86880" y="2130120"/>
            <a:ext cx="7775640" cy="1470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测试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1371600" y="3887280"/>
            <a:ext cx="6403680" cy="175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43080" indent="-343080" algn="ctr">
              <a:spcBef>
                <a:spcPts val="814"/>
              </a:spcBef>
              <a:spcAft>
                <a:spcPts val="1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6840" y="126360"/>
            <a:ext cx="8227800" cy="14353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测试</a:t>
            </a:r>
            <a:br>
              <a:rPr sz="4400"/>
            </a:b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121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456840" y="159984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p>
            <a:pPr marL="343080" indent="-343080" algn="l">
              <a:spcBef>
                <a:spcPts val="814"/>
              </a:spcBef>
              <a:spcAft>
                <a:spcPts val="1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LibreOffice/26.8.1.1$Linux_X86_64 LibreOffice_project/bf6ef2662401c7d6dce671ab4deb26ee0af3a7c1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1899-12-30T08:00:00Z</dcterms:created>
  <dc:creator/>
  <dc:description/>
  <dc:language>zh-CN</dc:language>
  <cp:lastModifiedBy/>
  <dcterms:modified xsi:type="dcterms:W3CDTF">2026-10-16T17:20:00Z</dcterms:modified>
  <cp:revision>3</cp:revision>
  <dc:subject/>
  <dc:title/>
</cp:coreProperties>
</file>